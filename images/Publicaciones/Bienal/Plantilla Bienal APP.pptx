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59E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664817-D03F-26E0-8D6A-1741BADCC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73DD0F-DC7E-D37D-49A0-74C2C4D57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08E95D-214E-7107-D228-507614A8B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D1041-77BA-434A-95A8-5E8FA5B48FD2}" type="datetimeFigureOut">
              <a:rPr lang="es-CO" smtClean="0"/>
              <a:t>23/07/2025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EA174E-555F-4020-990B-B5F75488D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293411-56EA-8D5D-4196-BC04CA28A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BE9A-AFC9-49AC-962D-F5B9BAA0CE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7798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A483C9-1F58-6A7C-4648-1791E353F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01510C-EFFB-B5EA-DFD0-EA37FFF74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A2571D-3645-9624-4B17-CFDBB9BD5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D1041-77BA-434A-95A8-5E8FA5B48FD2}" type="datetimeFigureOut">
              <a:rPr lang="es-CO" smtClean="0"/>
              <a:t>23/07/2025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AB0BAE-97AB-015D-2EE6-09A4A07E7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EF50DD-08DC-9D90-24FA-285711BB1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BE9A-AFC9-49AC-962D-F5B9BAA0CE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5548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9A009D-7D0D-1077-6402-BB7AEED6E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AC44A8-2EE9-77DB-EA74-8F5E0582A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C3CFC7-432A-0B02-28E9-EA0C7118D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D1041-77BA-434A-95A8-5E8FA5B48FD2}" type="datetimeFigureOut">
              <a:rPr lang="es-CO" smtClean="0"/>
              <a:t>23/07/2025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E454D3-5981-D05D-0334-AF4B6B5B8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AF5B9D-FBB5-77BF-F311-646086FB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BE9A-AFC9-49AC-962D-F5B9BAA0CE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8139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89624A-A8B3-6C49-AF54-F86D753D2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D46187-2791-AC49-6F48-3F56D0BED6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26A6648-C61B-1EA7-1A41-247EDAF7C7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4ECA2EA-029C-3629-F4BC-52B525D5C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D1041-77BA-434A-95A8-5E8FA5B48FD2}" type="datetimeFigureOut">
              <a:rPr lang="es-CO" smtClean="0"/>
              <a:t>23/07/2025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E63F27-7207-C793-3860-A118E3D43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FAD002-F02B-48E8-AD90-C1495153C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BE9A-AFC9-49AC-962D-F5B9BAA0CE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5807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5567A5-C172-C954-5CEF-C0FF967ED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668368-1DC3-460E-E169-ACCED1920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CE96117-6084-C3D1-C9F1-6CC9F19EE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C8CB43E-D8E4-0761-D07F-6FCD46E4DD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A5D466E-7205-DD7C-8014-6D028450E9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E52306A-F14F-3560-4EDA-F7965FB99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D1041-77BA-434A-95A8-5E8FA5B48FD2}" type="datetimeFigureOut">
              <a:rPr lang="es-CO" smtClean="0"/>
              <a:t>23/07/2025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CC6E354-11B1-3864-13CC-D6207FFB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41DC565-8A77-1CF6-3D96-C95CCEB2E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BE9A-AFC9-49AC-962D-F5B9BAA0CE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76884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E14B35-042A-5946-0F90-7A5BADFCE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7938DC4-C2B0-EAE4-3A8C-5FF9F1AC3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D1041-77BA-434A-95A8-5E8FA5B48FD2}" type="datetimeFigureOut">
              <a:rPr lang="es-CO" smtClean="0"/>
              <a:t>23/07/2025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430536F-BEBB-D4CC-0408-6366B0498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9C53ADD-5CEC-8739-2EDF-1136CD71F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BE9A-AFC9-49AC-962D-F5B9BAA0CE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42287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B2C06C3-1835-7D10-2C13-00774424C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D1041-77BA-434A-95A8-5E8FA5B48FD2}" type="datetimeFigureOut">
              <a:rPr lang="es-CO" smtClean="0"/>
              <a:t>23/07/2025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0713E01-7BD7-EE2C-CEE0-F0497C11C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FAC25D8-6A7D-8795-2306-FBB03943D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BE9A-AFC9-49AC-962D-F5B9BAA0CE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08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B22EF3-BC27-296E-73DD-A47CD578A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7DAE8B-F5E7-3032-985B-A083ADAB5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F3750F-4ED0-DFBD-81F0-8479F9B464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61C5F8-DD61-7219-7305-3A3530750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D1041-77BA-434A-95A8-5E8FA5B48FD2}" type="datetimeFigureOut">
              <a:rPr lang="es-CO" smtClean="0"/>
              <a:t>23/07/2025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DB0238-0A7C-F63F-7B19-200F7D954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A98402-BDE4-00B6-D2B2-5FF4DA642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BE9A-AFC9-49AC-962D-F5B9BAA0CE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6995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1147D0-5A20-7164-FA45-47C0460BC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32232A9-4ABE-C776-A6C8-BD3CF3BD3F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6DD915F-4650-782A-569A-A64127398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67A7286-33C4-B716-17D1-842B64DE4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D1041-77BA-434A-95A8-5E8FA5B48FD2}" type="datetimeFigureOut">
              <a:rPr lang="es-CO" smtClean="0"/>
              <a:t>23/07/2025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745A86-5D65-A031-D039-493A1E172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2F1420-3550-5A5D-72DE-38EA07616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BE9A-AFC9-49AC-962D-F5B9BAA0CE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1453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C81FC0-89C8-8613-84A5-6309A5A0F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82A7029-CFF4-416B-3C87-621E3DC60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EBC75C-EFDF-E8BC-C176-E4E1726F8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D1041-77BA-434A-95A8-5E8FA5B48FD2}" type="datetimeFigureOut">
              <a:rPr lang="es-CO" smtClean="0"/>
              <a:t>23/07/2025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0CA1FD-04E2-CBEF-5A52-D62228DA4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EDC04C-C08A-9F26-593D-C7B790902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BE9A-AFC9-49AC-962D-F5B9BAA0CE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95085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7642739-01A7-42BF-D722-4E55BEBA2B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D525F6D-FC83-ECFF-3AF8-5DAA254B5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002B61-BD6D-8656-5933-E2A4E77F4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D1041-77BA-434A-95A8-5E8FA5B48FD2}" type="datetimeFigureOut">
              <a:rPr lang="es-CO" smtClean="0"/>
              <a:t>23/07/2025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D08B00-F14C-D116-D70E-8651C5FFF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5011A0-3A48-A191-476F-86E38BFF5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BE9A-AFC9-49AC-962D-F5B9BAA0CE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1171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2F104C2-3321-A86E-514B-1C6637ACB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6A48D7-9E9B-F60F-F628-9642F9640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198604-DFFB-D5E5-9475-8C34F325F4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D1041-77BA-434A-95A8-5E8FA5B48FD2}" type="datetimeFigureOut">
              <a:rPr lang="es-CO" smtClean="0"/>
              <a:t>23/07/2025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E67659-AC0D-6A78-4E35-D9388D097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272834-E3CB-C7CE-5D64-3F8DB4B157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5BE9A-AFC9-49AC-962D-F5B9BAA0CE2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376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334CBBD-5362-5B05-3CD6-3387AA6F2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727F762-9008-CE4A-F9D8-CAC8585DD9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s-ES" b="1" dirty="0">
                <a:solidFill>
                  <a:srgbClr val="0559E1"/>
                </a:solidFill>
                <a:latin typeface="Inter" panose="02000503000000020004" pitchFamily="2" charset="0"/>
                <a:ea typeface="Inter" panose="02000503000000020004" pitchFamily="2" charset="0"/>
              </a:rPr>
              <a:t>Titulo Principal</a:t>
            </a:r>
            <a:endParaRPr lang="es-CO" b="1" dirty="0">
              <a:solidFill>
                <a:srgbClr val="0559E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C4F04C-964D-E95A-1EA1-178F6330B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13781"/>
          </a:xfrm>
        </p:spPr>
        <p:txBody>
          <a:bodyPr>
            <a:normAutofit lnSpcReduction="10000"/>
          </a:bodyPr>
          <a:lstStyle/>
          <a:p>
            <a:pPr algn="l"/>
            <a:r>
              <a:rPr lang="es-ES" dirty="0">
                <a:solidFill>
                  <a:srgbClr val="0559E1"/>
                </a:solidFill>
              </a:rPr>
              <a:t>Subtitulo principal</a:t>
            </a:r>
            <a:endParaRPr lang="es-CO" dirty="0">
              <a:solidFill>
                <a:srgbClr val="0559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528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A342C-DC0B-59EF-1D61-76D0B93F9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ECF1ACC-A785-6EB3-4A7A-86A1A85CC1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A08E0D4-0D6A-7DDC-B599-2E194168C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Titulo secundario</a:t>
            </a:r>
            <a:endParaRPr lang="es-CO" b="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C70B04-3AA7-1B9F-EEF2-F0770FC116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13781"/>
          </a:xfrm>
        </p:spPr>
        <p:txBody>
          <a:bodyPr>
            <a:normAutofit lnSpcReduction="10000"/>
          </a:bodyPr>
          <a:lstStyle/>
          <a:p>
            <a:r>
              <a:rPr lang="es-ES" dirty="0">
                <a:solidFill>
                  <a:schemeClr val="bg1"/>
                </a:solidFill>
              </a:rPr>
              <a:t>Subtitulo secundario</a:t>
            </a:r>
            <a:endParaRPr lang="es-C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2537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9FEB9-1581-8715-CCFA-5F9F5893A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04D6FC2-2ACF-0B77-7B7D-AA33F6E953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456145C-645E-F0E3-AC47-DC2470623B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93315"/>
          </a:xfrm>
        </p:spPr>
        <p:txBody>
          <a:bodyPr>
            <a:normAutofit/>
          </a:bodyPr>
          <a:lstStyle/>
          <a:p>
            <a:pPr algn="l"/>
            <a:r>
              <a:rPr lang="es-ES" sz="3600" b="1" dirty="0">
                <a:solidFill>
                  <a:srgbClr val="0559E1"/>
                </a:solidFill>
                <a:latin typeface="Inter" panose="02000503000000020004" pitchFamily="2" charset="0"/>
                <a:ea typeface="Inter" panose="02000503000000020004" pitchFamily="2" charset="0"/>
              </a:rPr>
              <a:t>Titulo Terciario</a:t>
            </a:r>
            <a:endParaRPr lang="es-CO" sz="3600" b="1" dirty="0">
              <a:solidFill>
                <a:srgbClr val="0559E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3A09EA-F996-7B20-9DF6-65E5258E38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28799"/>
            <a:ext cx="8817204" cy="2686639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s-CO" dirty="0" err="1">
                <a:solidFill>
                  <a:srgbClr val="0559E1"/>
                </a:solidFill>
              </a:rPr>
              <a:t>Lorem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ipsum</a:t>
            </a:r>
            <a:r>
              <a:rPr lang="es-CO" dirty="0">
                <a:solidFill>
                  <a:srgbClr val="0559E1"/>
                </a:solidFill>
              </a:rPr>
              <a:t> dolor </a:t>
            </a:r>
            <a:r>
              <a:rPr lang="es-CO" dirty="0" err="1">
                <a:solidFill>
                  <a:srgbClr val="0559E1"/>
                </a:solidFill>
              </a:rPr>
              <a:t>sit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amet</a:t>
            </a:r>
            <a:r>
              <a:rPr lang="es-CO" dirty="0">
                <a:solidFill>
                  <a:srgbClr val="0559E1"/>
                </a:solidFill>
              </a:rPr>
              <a:t>, </a:t>
            </a:r>
            <a:r>
              <a:rPr lang="es-CO" dirty="0" err="1">
                <a:solidFill>
                  <a:srgbClr val="0559E1"/>
                </a:solidFill>
              </a:rPr>
              <a:t>consectetur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adipiscing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elit</a:t>
            </a:r>
            <a:r>
              <a:rPr lang="es-CO" dirty="0">
                <a:solidFill>
                  <a:srgbClr val="0559E1"/>
                </a:solidFill>
              </a:rPr>
              <a:t>. </a:t>
            </a:r>
            <a:r>
              <a:rPr lang="es-CO" dirty="0" err="1">
                <a:solidFill>
                  <a:srgbClr val="0559E1"/>
                </a:solidFill>
              </a:rPr>
              <a:t>Morbi</a:t>
            </a:r>
            <a:r>
              <a:rPr lang="es-CO" dirty="0">
                <a:solidFill>
                  <a:srgbClr val="0559E1"/>
                </a:solidFill>
              </a:rPr>
              <a:t> a </a:t>
            </a:r>
            <a:r>
              <a:rPr lang="es-CO" dirty="0" err="1">
                <a:solidFill>
                  <a:srgbClr val="0559E1"/>
                </a:solidFill>
              </a:rPr>
              <a:t>tellus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purus</a:t>
            </a:r>
            <a:r>
              <a:rPr lang="es-CO" dirty="0">
                <a:solidFill>
                  <a:srgbClr val="0559E1"/>
                </a:solidFill>
              </a:rPr>
              <a:t>. </a:t>
            </a:r>
            <a:r>
              <a:rPr lang="es-CO" dirty="0" err="1">
                <a:solidFill>
                  <a:srgbClr val="0559E1"/>
                </a:solidFill>
              </a:rPr>
              <a:t>Vestibulum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rhoncus</a:t>
            </a:r>
            <a:r>
              <a:rPr lang="es-CO" dirty="0">
                <a:solidFill>
                  <a:srgbClr val="0559E1"/>
                </a:solidFill>
              </a:rPr>
              <a:t> dolor </a:t>
            </a:r>
            <a:r>
              <a:rPr lang="es-CO" dirty="0" err="1">
                <a:solidFill>
                  <a:srgbClr val="0559E1"/>
                </a:solidFill>
              </a:rPr>
              <a:t>diam</a:t>
            </a:r>
            <a:r>
              <a:rPr lang="es-CO" dirty="0">
                <a:solidFill>
                  <a:srgbClr val="0559E1"/>
                </a:solidFill>
              </a:rPr>
              <a:t>, </a:t>
            </a:r>
            <a:r>
              <a:rPr lang="es-CO" dirty="0" err="1">
                <a:solidFill>
                  <a:srgbClr val="0559E1"/>
                </a:solidFill>
              </a:rPr>
              <a:t>nec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dictum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nibh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luctus</a:t>
            </a:r>
            <a:r>
              <a:rPr lang="es-CO" dirty="0">
                <a:solidFill>
                  <a:srgbClr val="0559E1"/>
                </a:solidFill>
              </a:rPr>
              <a:t> vitae. </a:t>
            </a:r>
            <a:r>
              <a:rPr lang="es-CO" dirty="0" err="1">
                <a:solidFill>
                  <a:srgbClr val="0559E1"/>
                </a:solidFill>
              </a:rPr>
              <a:t>Duis</a:t>
            </a:r>
            <a:r>
              <a:rPr lang="es-CO" dirty="0">
                <a:solidFill>
                  <a:srgbClr val="0559E1"/>
                </a:solidFill>
              </a:rPr>
              <a:t> id </a:t>
            </a:r>
            <a:r>
              <a:rPr lang="es-CO" dirty="0" err="1">
                <a:solidFill>
                  <a:srgbClr val="0559E1"/>
                </a:solidFill>
              </a:rPr>
              <a:t>viverra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purus</a:t>
            </a:r>
            <a:r>
              <a:rPr lang="es-CO" dirty="0">
                <a:solidFill>
                  <a:srgbClr val="0559E1"/>
                </a:solidFill>
              </a:rPr>
              <a:t>, id pulvinar </a:t>
            </a:r>
            <a:r>
              <a:rPr lang="es-CO" dirty="0" err="1">
                <a:solidFill>
                  <a:srgbClr val="0559E1"/>
                </a:solidFill>
              </a:rPr>
              <a:t>purus</a:t>
            </a:r>
            <a:r>
              <a:rPr lang="es-CO" dirty="0">
                <a:solidFill>
                  <a:srgbClr val="0559E1"/>
                </a:solidFill>
              </a:rPr>
              <a:t>. Cras </a:t>
            </a:r>
            <a:r>
              <a:rPr lang="es-CO" dirty="0" err="1">
                <a:solidFill>
                  <a:srgbClr val="0559E1"/>
                </a:solidFill>
              </a:rPr>
              <a:t>metus</a:t>
            </a:r>
            <a:r>
              <a:rPr lang="es-CO" dirty="0">
                <a:solidFill>
                  <a:srgbClr val="0559E1"/>
                </a:solidFill>
              </a:rPr>
              <a:t> justo, </a:t>
            </a:r>
            <a:r>
              <a:rPr lang="es-CO" dirty="0" err="1">
                <a:solidFill>
                  <a:srgbClr val="0559E1"/>
                </a:solidFill>
              </a:rPr>
              <a:t>faucibus</a:t>
            </a:r>
            <a:r>
              <a:rPr lang="es-CO" dirty="0">
                <a:solidFill>
                  <a:srgbClr val="0559E1"/>
                </a:solidFill>
              </a:rPr>
              <a:t> quis </a:t>
            </a:r>
            <a:r>
              <a:rPr lang="es-CO" dirty="0" err="1">
                <a:solidFill>
                  <a:srgbClr val="0559E1"/>
                </a:solidFill>
              </a:rPr>
              <a:t>massa</a:t>
            </a:r>
            <a:r>
              <a:rPr lang="es-CO" dirty="0">
                <a:solidFill>
                  <a:srgbClr val="0559E1"/>
                </a:solidFill>
              </a:rPr>
              <a:t> non, </a:t>
            </a:r>
            <a:r>
              <a:rPr lang="es-CO" dirty="0" err="1">
                <a:solidFill>
                  <a:srgbClr val="0559E1"/>
                </a:solidFill>
              </a:rPr>
              <a:t>elementum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feugiat</a:t>
            </a:r>
            <a:r>
              <a:rPr lang="es-CO" dirty="0">
                <a:solidFill>
                  <a:srgbClr val="0559E1"/>
                </a:solidFill>
              </a:rPr>
              <a:t> odio. </a:t>
            </a:r>
            <a:r>
              <a:rPr lang="es-CO" dirty="0" err="1">
                <a:solidFill>
                  <a:srgbClr val="0559E1"/>
                </a:solidFill>
              </a:rPr>
              <a:t>Nam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tempor</a:t>
            </a:r>
            <a:r>
              <a:rPr lang="es-CO" dirty="0">
                <a:solidFill>
                  <a:srgbClr val="0559E1"/>
                </a:solidFill>
              </a:rPr>
              <a:t> ante </a:t>
            </a:r>
            <a:r>
              <a:rPr lang="es-CO" dirty="0" err="1">
                <a:solidFill>
                  <a:srgbClr val="0559E1"/>
                </a:solidFill>
              </a:rPr>
              <a:t>congue</a:t>
            </a:r>
            <a:r>
              <a:rPr lang="es-CO" dirty="0">
                <a:solidFill>
                  <a:srgbClr val="0559E1"/>
                </a:solidFill>
              </a:rPr>
              <a:t>, </a:t>
            </a:r>
            <a:r>
              <a:rPr lang="es-CO" dirty="0" err="1">
                <a:solidFill>
                  <a:srgbClr val="0559E1"/>
                </a:solidFill>
              </a:rPr>
              <a:t>ullamcorper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massa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eget</a:t>
            </a:r>
            <a:r>
              <a:rPr lang="es-CO" dirty="0">
                <a:solidFill>
                  <a:srgbClr val="0559E1"/>
                </a:solidFill>
              </a:rPr>
              <a:t>, auctor </a:t>
            </a:r>
            <a:r>
              <a:rPr lang="es-CO" dirty="0" err="1">
                <a:solidFill>
                  <a:srgbClr val="0559E1"/>
                </a:solidFill>
              </a:rPr>
              <a:t>sem</a:t>
            </a:r>
            <a:r>
              <a:rPr lang="es-CO" dirty="0">
                <a:solidFill>
                  <a:srgbClr val="0559E1"/>
                </a:solidFill>
              </a:rPr>
              <a:t>. </a:t>
            </a:r>
            <a:r>
              <a:rPr lang="es-CO" dirty="0" err="1">
                <a:solidFill>
                  <a:srgbClr val="0559E1"/>
                </a:solidFill>
              </a:rPr>
              <a:t>Pellentesque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sodales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metus</a:t>
            </a:r>
            <a:r>
              <a:rPr lang="es-CO" dirty="0">
                <a:solidFill>
                  <a:srgbClr val="0559E1"/>
                </a:solidFill>
              </a:rPr>
              <a:t> urna, </a:t>
            </a:r>
            <a:r>
              <a:rPr lang="es-CO" dirty="0" err="1">
                <a:solidFill>
                  <a:srgbClr val="0559E1"/>
                </a:solidFill>
              </a:rPr>
              <a:t>porttitor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dapibus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elit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euismod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eu</a:t>
            </a:r>
            <a:r>
              <a:rPr lang="es-CO" dirty="0">
                <a:solidFill>
                  <a:srgbClr val="0559E1"/>
                </a:solidFill>
              </a:rPr>
              <a:t>. </a:t>
            </a:r>
            <a:r>
              <a:rPr lang="es-CO" dirty="0" err="1">
                <a:solidFill>
                  <a:srgbClr val="0559E1"/>
                </a:solidFill>
              </a:rPr>
              <a:t>Donec</a:t>
            </a:r>
            <a:r>
              <a:rPr lang="es-CO" dirty="0">
                <a:solidFill>
                  <a:srgbClr val="0559E1"/>
                </a:solidFill>
              </a:rPr>
              <a:t> quis </a:t>
            </a:r>
            <a:r>
              <a:rPr lang="es-CO" dirty="0" err="1">
                <a:solidFill>
                  <a:srgbClr val="0559E1"/>
                </a:solidFill>
              </a:rPr>
              <a:t>dui</a:t>
            </a:r>
            <a:r>
              <a:rPr lang="es-CO" dirty="0">
                <a:solidFill>
                  <a:srgbClr val="0559E1"/>
                </a:solidFill>
              </a:rPr>
              <a:t> id </a:t>
            </a:r>
            <a:r>
              <a:rPr lang="es-CO" dirty="0" err="1">
                <a:solidFill>
                  <a:srgbClr val="0559E1"/>
                </a:solidFill>
              </a:rPr>
              <a:t>nibh</a:t>
            </a:r>
            <a:r>
              <a:rPr lang="es-CO" dirty="0">
                <a:solidFill>
                  <a:srgbClr val="0559E1"/>
                </a:solidFill>
              </a:rPr>
              <a:t> vehicula </a:t>
            </a:r>
            <a:r>
              <a:rPr lang="es-CO" dirty="0" err="1">
                <a:solidFill>
                  <a:srgbClr val="0559E1"/>
                </a:solidFill>
              </a:rPr>
              <a:t>cursus</a:t>
            </a:r>
            <a:r>
              <a:rPr lang="es-CO" dirty="0">
                <a:solidFill>
                  <a:srgbClr val="0559E1"/>
                </a:solidFill>
              </a:rPr>
              <a:t>. Mauris </a:t>
            </a:r>
            <a:r>
              <a:rPr lang="es-CO" dirty="0" err="1">
                <a:solidFill>
                  <a:srgbClr val="0559E1"/>
                </a:solidFill>
              </a:rPr>
              <a:t>accumsan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convallis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ligula</a:t>
            </a:r>
            <a:r>
              <a:rPr lang="es-CO" dirty="0">
                <a:solidFill>
                  <a:srgbClr val="0559E1"/>
                </a:solidFill>
              </a:rPr>
              <a:t>, a </a:t>
            </a:r>
            <a:r>
              <a:rPr lang="es-CO" dirty="0" err="1">
                <a:solidFill>
                  <a:srgbClr val="0559E1"/>
                </a:solidFill>
              </a:rPr>
              <a:t>luctus</a:t>
            </a:r>
            <a:r>
              <a:rPr lang="es-CO" dirty="0">
                <a:solidFill>
                  <a:srgbClr val="0559E1"/>
                </a:solidFill>
              </a:rPr>
              <a:t> magna </a:t>
            </a:r>
            <a:r>
              <a:rPr lang="es-CO" dirty="0" err="1">
                <a:solidFill>
                  <a:srgbClr val="0559E1"/>
                </a:solidFill>
              </a:rPr>
              <a:t>convallis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nec</a:t>
            </a:r>
            <a:r>
              <a:rPr lang="es-CO" dirty="0">
                <a:solidFill>
                  <a:srgbClr val="0559E1"/>
                </a:solidFill>
              </a:rPr>
              <a:t>.</a:t>
            </a:r>
          </a:p>
          <a:p>
            <a:pPr algn="l"/>
            <a:endParaRPr lang="es-CO" dirty="0">
              <a:solidFill>
                <a:srgbClr val="0559E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rgbClr val="0559E1"/>
                </a:solidFill>
              </a:rPr>
              <a:t>Nunc id </a:t>
            </a:r>
            <a:r>
              <a:rPr lang="es-CO" dirty="0" err="1">
                <a:solidFill>
                  <a:srgbClr val="0559E1"/>
                </a:solidFill>
              </a:rPr>
              <a:t>nisl</a:t>
            </a:r>
            <a:r>
              <a:rPr lang="es-CO" dirty="0">
                <a:solidFill>
                  <a:srgbClr val="0559E1"/>
                </a:solidFill>
              </a:rPr>
              <a:t> sed </a:t>
            </a:r>
            <a:r>
              <a:rPr lang="es-CO" dirty="0" err="1">
                <a:solidFill>
                  <a:srgbClr val="0559E1"/>
                </a:solidFill>
              </a:rPr>
              <a:t>lectus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rhoncus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aliquet</a:t>
            </a:r>
            <a:r>
              <a:rPr lang="es-CO" dirty="0">
                <a:solidFill>
                  <a:srgbClr val="0559E1"/>
                </a:solidFill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 err="1">
                <a:solidFill>
                  <a:srgbClr val="0559E1"/>
                </a:solidFill>
              </a:rPr>
              <a:t>Lorem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ipsum</a:t>
            </a:r>
            <a:r>
              <a:rPr lang="es-CO" dirty="0">
                <a:solidFill>
                  <a:srgbClr val="0559E1"/>
                </a:solidFill>
              </a:rPr>
              <a:t> dolor </a:t>
            </a:r>
            <a:r>
              <a:rPr lang="es-CO" dirty="0" err="1">
                <a:solidFill>
                  <a:srgbClr val="0559E1"/>
                </a:solidFill>
              </a:rPr>
              <a:t>sit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amet</a:t>
            </a:r>
            <a:r>
              <a:rPr lang="es-CO" dirty="0">
                <a:solidFill>
                  <a:srgbClr val="0559E1"/>
                </a:solidFill>
              </a:rPr>
              <a:t>, </a:t>
            </a:r>
            <a:r>
              <a:rPr lang="es-CO" dirty="0" err="1">
                <a:solidFill>
                  <a:srgbClr val="0559E1"/>
                </a:solidFill>
              </a:rPr>
              <a:t>consectetur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adipiscing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elit</a:t>
            </a:r>
            <a:r>
              <a:rPr lang="es-CO" dirty="0">
                <a:solidFill>
                  <a:srgbClr val="0559E1"/>
                </a:solidFill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 err="1">
                <a:solidFill>
                  <a:srgbClr val="0559E1"/>
                </a:solidFill>
              </a:rPr>
              <a:t>Curabitur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finibus</a:t>
            </a:r>
            <a:r>
              <a:rPr lang="es-CO" dirty="0">
                <a:solidFill>
                  <a:srgbClr val="0559E1"/>
                </a:solidFill>
              </a:rPr>
              <a:t>, mi ut </a:t>
            </a:r>
            <a:r>
              <a:rPr lang="es-CO" dirty="0" err="1">
                <a:solidFill>
                  <a:srgbClr val="0559E1"/>
                </a:solidFill>
              </a:rPr>
              <a:t>tincidunt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dictum</a:t>
            </a:r>
            <a:r>
              <a:rPr lang="es-CO" dirty="0">
                <a:solidFill>
                  <a:srgbClr val="0559E1"/>
                </a:solidFill>
              </a:rPr>
              <a:t>, </a:t>
            </a:r>
            <a:r>
              <a:rPr lang="es-CO" dirty="0" err="1">
                <a:solidFill>
                  <a:srgbClr val="0559E1"/>
                </a:solidFill>
              </a:rPr>
              <a:t>diam</a:t>
            </a:r>
            <a:r>
              <a:rPr lang="es-CO" dirty="0">
                <a:solidFill>
                  <a:srgbClr val="0559E1"/>
                </a:solidFill>
              </a:rPr>
              <a:t> eros </a:t>
            </a:r>
            <a:r>
              <a:rPr lang="es-CO" dirty="0" err="1">
                <a:solidFill>
                  <a:srgbClr val="0559E1"/>
                </a:solidFill>
              </a:rPr>
              <a:t>convallis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massa</a:t>
            </a:r>
            <a:r>
              <a:rPr lang="es-CO" dirty="0">
                <a:solidFill>
                  <a:srgbClr val="0559E1"/>
                </a:solidFill>
              </a:rPr>
              <a:t>,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rgbClr val="0559E1"/>
                </a:solidFill>
              </a:rPr>
              <a:t>in </a:t>
            </a:r>
            <a:r>
              <a:rPr lang="es-CO" dirty="0" err="1">
                <a:solidFill>
                  <a:srgbClr val="0559E1"/>
                </a:solidFill>
              </a:rPr>
              <a:t>gravida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sem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nibh</a:t>
            </a:r>
            <a:r>
              <a:rPr lang="es-CO" dirty="0">
                <a:solidFill>
                  <a:srgbClr val="0559E1"/>
                </a:solidFill>
              </a:rPr>
              <a:t> ac </a:t>
            </a:r>
            <a:r>
              <a:rPr lang="es-CO" dirty="0" err="1">
                <a:solidFill>
                  <a:srgbClr val="0559E1"/>
                </a:solidFill>
              </a:rPr>
              <a:t>lacus</a:t>
            </a:r>
            <a:r>
              <a:rPr lang="es-CO" dirty="0">
                <a:solidFill>
                  <a:srgbClr val="0559E1"/>
                </a:solidFill>
              </a:rPr>
              <a:t>. </a:t>
            </a:r>
            <a:r>
              <a:rPr lang="es-CO" dirty="0" err="1">
                <a:solidFill>
                  <a:srgbClr val="0559E1"/>
                </a:solidFill>
              </a:rPr>
              <a:t>Vivamus</a:t>
            </a:r>
            <a:r>
              <a:rPr lang="es-CO" dirty="0">
                <a:solidFill>
                  <a:srgbClr val="0559E1"/>
                </a:solidFill>
              </a:rPr>
              <a:t> </a:t>
            </a:r>
            <a:r>
              <a:rPr lang="es-CO" dirty="0" err="1">
                <a:solidFill>
                  <a:srgbClr val="0559E1"/>
                </a:solidFill>
              </a:rPr>
              <a:t>convallis</a:t>
            </a:r>
            <a:r>
              <a:rPr lang="es-CO" dirty="0">
                <a:solidFill>
                  <a:srgbClr val="0559E1"/>
                </a:solidFill>
              </a:rPr>
              <a:t> libero </a:t>
            </a:r>
            <a:r>
              <a:rPr lang="es-CO" dirty="0" err="1">
                <a:solidFill>
                  <a:srgbClr val="0559E1"/>
                </a:solidFill>
              </a:rPr>
              <a:t>libero</a:t>
            </a:r>
            <a:endParaRPr lang="es-CO" dirty="0">
              <a:solidFill>
                <a:srgbClr val="0559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4593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3A910-05D9-1621-A62E-5FE766649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3B00D9E-744B-472D-4A28-A0C6FD61FB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F7FF0C7-E828-9986-A41A-BA6307BC8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51350"/>
            <a:ext cx="9144000" cy="955299"/>
          </a:xfrm>
        </p:spPr>
        <p:txBody>
          <a:bodyPr/>
          <a:lstStyle/>
          <a:p>
            <a:r>
              <a:rPr lang="es-ES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Gracias</a:t>
            </a:r>
            <a:endParaRPr lang="es-CO" b="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2136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143</Words>
  <Application>Microsoft Office PowerPoint</Application>
  <PresentationFormat>Panorámica</PresentationFormat>
  <Paragraphs>12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Inter</vt:lpstr>
      <vt:lpstr>Tema de Office</vt:lpstr>
      <vt:lpstr>Titulo Principal</vt:lpstr>
      <vt:lpstr>Titulo secundario</vt:lpstr>
      <vt:lpstr>Titulo Terciario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Principal</dc:title>
  <dc:creator>Pc</dc:creator>
  <cp:lastModifiedBy>ASUS TUF B450M GAMIN</cp:lastModifiedBy>
  <cp:revision>3</cp:revision>
  <dcterms:created xsi:type="dcterms:W3CDTF">2025-06-22T00:13:04Z</dcterms:created>
  <dcterms:modified xsi:type="dcterms:W3CDTF">2025-07-23T19:41:50Z</dcterms:modified>
</cp:coreProperties>
</file>